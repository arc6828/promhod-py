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Cordia New"/>
              </a:defRPr>
            </a:pPr>
            <a:r>
              <a:t>รูปที่ 1 แผนภาพสถาปัตยกรรมระบบและการไหลของข้อมูล (System Architecture &amp; Data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8055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24242"/>
                </a:solidFill>
                <a:latin typeface="Cordia New"/>
              </a:defRPr>
            </a:pPr>
            <a: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ชั้นนำเข้าข้อมูล</a:t>
            </a:r>
            <a: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(Data Ingestion)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71600"/>
            <a:ext cx="3474720" cy="4754880"/>
          </a:xfrm>
          <a:prstGeom prst="rect">
            <a:avLst/>
          </a:prstGeom>
          <a:solidFill>
            <a:srgbClr val="FAF8F5"/>
          </a:solidFill>
          <a:ln w="19050">
            <a:solidFill>
              <a:srgbClr val="EB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34840" y="1463040"/>
            <a:ext cx="36695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24242"/>
                </a:solidFill>
                <a:latin typeface="Cordia New"/>
              </a:defRPr>
            </a:pPr>
            <a: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ชั้นประมวลผลข้อมูล</a:t>
            </a:r>
            <a: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(Orchestration &amp; NLP)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F5FAF5"/>
          </a:solidFill>
          <a:ln w="19050">
            <a:solidFill>
              <a:srgbClr val="DC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468472"/>
            <a:ext cx="32592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24242"/>
                </a:solidFill>
                <a:latin typeface="Cordia New"/>
              </a:defRPr>
            </a:pPr>
            <a: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ชั้นแสดงผลข้อมูล (Data Visualization)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2743200" cy="1097280"/>
          </a:xfrm>
          <a:prstGeom prst="roundRect">
            <a:avLst/>
          </a:prstGeom>
          <a:solidFill>
            <a:srgbClr val="E1F5FE"/>
          </a:solidFill>
          <a:ln w="254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212121"/>
                </a:solidFill>
                <a:latin typeface="Cordia New"/>
              </a:defRPr>
            </a:pPr>
            <a:r>
              <a:rPr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ข่าวออนไลน์</a:t>
            </a:r>
            <a: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/ </a:t>
            </a:r>
            <a:r>
              <a:rPr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สื่อดิจิทัลด้านภัยพิบัติ</a:t>
            </a:r>
            <a:b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(Online News)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2743200" cy="1097280"/>
          </a:xfrm>
          <a:prstGeom prst="roundRect">
            <a:avLst/>
          </a:prstGeom>
          <a:solidFill>
            <a:srgbClr val="E1F5FE"/>
          </a:solidFill>
          <a:ln w="254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212121"/>
                </a:solidFill>
                <a:latin typeface="Cordia New"/>
              </a:defRPr>
            </a:pP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Node.js Web Scraper</a:t>
            </a:r>
            <a:b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(ดึงและทำความสะอาดข้อความข่าวดิบ)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926080"/>
            <a:ext cx="2743200" cy="13716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212121"/>
                </a:solidFill>
                <a:latin typeface="Cordia New"/>
              </a:defRPr>
            </a:pP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n8n Workflow Orchestrator</a:t>
            </a:r>
            <a:b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(ตัวควบคุมโฟลว์การทำงานอัตโนมัติ)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846320"/>
            <a:ext cx="2743200" cy="100584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212121"/>
                </a:solidFill>
                <a:latin typeface="Cordia New"/>
              </a:defRPr>
            </a:pP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Google Gemini API</a:t>
            </a:r>
            <a:b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(สกัด วันที่ สถานที่ ระดับความรุนแรง)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011680"/>
            <a:ext cx="2743200" cy="10058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212121"/>
                </a:solidFill>
                <a:latin typeface="Cordia New"/>
              </a:defRPr>
            </a:pP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JSON Database</a:t>
            </a:r>
            <a:b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(เก็บข้อมูลสกัดมีโครงสร้าง)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474720"/>
            <a:ext cx="2743200" cy="10058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212121"/>
                </a:solidFill>
                <a:latin typeface="Cordia New"/>
              </a:defRPr>
            </a:pP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แดชบอร์ดสรุปเหตุการณ์</a:t>
            </a:r>
            <a:b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(Real-time Dashboard)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754880"/>
            <a:ext cx="2743200" cy="10058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212121"/>
                </a:solidFill>
                <a:latin typeface="Cordia New"/>
              </a:defRPr>
            </a:pP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แผนที่ความร้อนเชิงพื้นที่</a:t>
            </a:r>
            <a:b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sz="2000">
                <a:latin typeface="TH SarabunPSK" panose="020B0500040200020003" pitchFamily="34" charset="-34"/>
                <a:cs typeface="TH SarabunPSK" panose="020B0500040200020003" pitchFamily="34" charset="-34"/>
              </a:rPr>
              <a:t>(Heat Map Visualization)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103120" y="3520440"/>
            <a:ext cx="228600" cy="45720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657600" y="4297680"/>
            <a:ext cx="96012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5669280" y="4389120"/>
            <a:ext cx="182880" cy="36576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Up Arrow 18"/>
          <p:cNvSpPr/>
          <p:nvPr/>
        </p:nvSpPr>
        <p:spPr>
          <a:xfrm>
            <a:off x="6309360" y="4389120"/>
            <a:ext cx="182880" cy="365760"/>
          </a:xfrm>
          <a:prstGeom prst="up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543800" y="3291840"/>
            <a:ext cx="96012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9875520" y="3108960"/>
            <a:ext cx="201168" cy="32004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9875520" y="4526280"/>
            <a:ext cx="201168" cy="18288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130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TH SarabunPSK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Chavalit Koweerawong</cp:lastModifiedBy>
  <cp:revision>3</cp:revision>
  <dcterms:created xsi:type="dcterms:W3CDTF">2013-01-27T09:14:16Z</dcterms:created>
  <dcterms:modified xsi:type="dcterms:W3CDTF">2026-08-31T09:13:07Z</dcterms:modified>
  <cp:category/>
</cp:coreProperties>
</file>