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  <a:latin typeface="Cordia New"/>
              </a:defRPr>
            </a:pPr>
            <a:r>
              <a:t>รูปที่ 1 แผนภาพสถาปัตยกรรมระบบและการไหลของข้อมูล (System Architecture &amp; Data Flow)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4754880"/>
          </a:xfrm>
          <a:prstGeom prst="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22797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24242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1. ชั้นนำเข้าข้อมูล (Data Ingestion)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71600"/>
            <a:ext cx="3474720" cy="4754880"/>
          </a:xfrm>
          <a:prstGeom prst="rect">
            <a:avLst/>
          </a:prstGeom>
          <a:solidFill>
            <a:srgbClr val="FAF8F5"/>
          </a:solidFill>
          <a:ln w="19050">
            <a:solidFill>
              <a:srgbClr val="EBE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434840" y="1463040"/>
            <a:ext cx="296747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24242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2. ชั้นประมวลผลข้อมูล (Orchestration &amp; NLP)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371600"/>
            <a:ext cx="3474720" cy="4754880"/>
          </a:xfrm>
          <a:prstGeom prst="rect">
            <a:avLst/>
          </a:prstGeom>
          <a:solidFill>
            <a:srgbClr val="F5FAF5"/>
          </a:solidFill>
          <a:ln w="19050">
            <a:solidFill>
              <a:srgbClr val="DCEB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1040" y="1463040"/>
            <a:ext cx="264527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24242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3. ชั้นแสดงผลข้อมูล (Data Visualization)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286000"/>
            <a:ext cx="2743200" cy="1097280"/>
          </a:xfrm>
          <a:prstGeom prst="roundRect">
            <a:avLst/>
          </a:prstGeom>
          <a:solidFill>
            <a:srgbClr val="E1F5FE"/>
          </a:solidFill>
          <a:ln w="25400">
            <a:solidFill>
              <a:srgbClr val="03A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212121"/>
                </a:solidFill>
                <a:latin typeface="Cordia New"/>
              </a:defRPr>
            </a:pPr>
            <a:r>
              <a:rPr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ข่าวออนไลน์</a:t>
            </a:r>
            <a:r>
              <a:rPr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/ </a:t>
            </a:r>
            <a:r>
              <a:rPr sz="16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สื่อดิจิทัลด้านภัยพิบัติ</a:t>
            </a:r>
            <a:br>
              <a:rPr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sz="16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(Online News)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14800"/>
            <a:ext cx="2743200" cy="1097280"/>
          </a:xfrm>
          <a:prstGeom prst="roundRect">
            <a:avLst/>
          </a:prstGeom>
          <a:solidFill>
            <a:srgbClr val="E1F5FE"/>
          </a:solidFill>
          <a:ln w="25400">
            <a:solidFill>
              <a:srgbClr val="03A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212121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Node.js Web Scraper</a:t>
            </a:r>
            <a:b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(ดึงและทำความสะอาดข้อความข่าวดิบ)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926080"/>
            <a:ext cx="2743200" cy="1371600"/>
          </a:xfrm>
          <a:prstGeom prst="roundRect">
            <a:avLst/>
          </a:prstGeom>
          <a:solidFill>
            <a:srgbClr val="EFEBE9"/>
          </a:solidFill>
          <a:ln w="25400">
            <a:solidFill>
              <a:srgbClr val="795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212121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n8n Workflow Orchestrator</a:t>
            </a:r>
            <a:b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(ตัวควบคุมโฟลว์การทำงานอัตโนมัติ)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4846320"/>
            <a:ext cx="2743200" cy="1005840"/>
          </a:xfrm>
          <a:prstGeom prst="roundRect">
            <a:avLst/>
          </a:prstGeom>
          <a:solidFill>
            <a:srgbClr val="EFEBE9"/>
          </a:solidFill>
          <a:ln w="25400">
            <a:solidFill>
              <a:srgbClr val="795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212121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Google Gemini API</a:t>
            </a:r>
            <a:b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(สกัด วันที่ สถานที่ ระดับความรุนแรง)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2011680"/>
            <a:ext cx="2743200" cy="10058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212121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JSON Database</a:t>
            </a:r>
            <a:b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(เก็บข้อมูลสกัดมีโครงสร้าง)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3474720"/>
            <a:ext cx="2743200" cy="10058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212121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แดชบอร์ดสรุปเหตุการณ์</a:t>
            </a:r>
            <a:b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(Real-time Dashboard)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4754880"/>
            <a:ext cx="2743200" cy="10058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212121"/>
                </a:solidFill>
                <a:latin typeface="Cordia New"/>
              </a:defRPr>
            </a:pP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แผนที่ความร้อนเชิงพื้นที่</a:t>
            </a:r>
            <a:b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sz="1600">
                <a:latin typeface="TH SarabunPSK" panose="020B0500040200020003" pitchFamily="34" charset="-34"/>
                <a:cs typeface="TH SarabunPSK" panose="020B0500040200020003" pitchFamily="34" charset="-34"/>
              </a:rPr>
              <a:t>(Heat Map Visualization)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103120" y="3520440"/>
            <a:ext cx="228600" cy="457200"/>
          </a:xfrm>
          <a:prstGeom prst="downArrow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3657600" y="4297680"/>
            <a:ext cx="960120" cy="228600"/>
          </a:xfrm>
          <a:prstGeom prst="rightArrow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18" name="Down Arrow 17"/>
          <p:cNvSpPr/>
          <p:nvPr/>
        </p:nvSpPr>
        <p:spPr>
          <a:xfrm>
            <a:off x="5669280" y="4389120"/>
            <a:ext cx="182880" cy="365760"/>
          </a:xfrm>
          <a:prstGeom prst="downArrow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19" name="Up Arrow 18"/>
          <p:cNvSpPr/>
          <p:nvPr/>
        </p:nvSpPr>
        <p:spPr>
          <a:xfrm>
            <a:off x="6309360" y="4389120"/>
            <a:ext cx="182880" cy="365760"/>
          </a:xfrm>
          <a:prstGeom prst="upArrow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20" name="Right Arrow 19"/>
          <p:cNvSpPr/>
          <p:nvPr/>
        </p:nvSpPr>
        <p:spPr>
          <a:xfrm>
            <a:off x="7543800" y="3291840"/>
            <a:ext cx="960120" cy="228600"/>
          </a:xfrm>
          <a:prstGeom prst="rightArrow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21" name="Down Arrow 20"/>
          <p:cNvSpPr/>
          <p:nvPr/>
        </p:nvSpPr>
        <p:spPr>
          <a:xfrm>
            <a:off x="9875520" y="3108960"/>
            <a:ext cx="201168" cy="320040"/>
          </a:xfrm>
          <a:prstGeom prst="downArrow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22" name="Down Arrow 21"/>
          <p:cNvSpPr/>
          <p:nvPr/>
        </p:nvSpPr>
        <p:spPr>
          <a:xfrm>
            <a:off x="9875520" y="4526280"/>
            <a:ext cx="201168" cy="182880"/>
          </a:xfrm>
          <a:prstGeom prst="downArrow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130</Words>
  <Application>Microsoft Office PowerPoint</Application>
  <PresentationFormat>Custom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TH SarabunPSK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Chavalit Koweerawong</cp:lastModifiedBy>
  <cp:revision>2</cp:revision>
  <dcterms:created xsi:type="dcterms:W3CDTF">2013-01-27T09:14:16Z</dcterms:created>
  <dcterms:modified xsi:type="dcterms:W3CDTF">2026-08-11T08:13:56Z</dcterms:modified>
  <cp:category/>
</cp:coreProperties>
</file>